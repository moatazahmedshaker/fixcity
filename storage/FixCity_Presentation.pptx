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4148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" y="457200"/>
            <a:ext cx="1005840" cy="1005840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📍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r>
              <a:rPr lang="en-US" sz="60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Platform for Urban Problem Reporting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0" y="3154680"/>
            <a:ext cx="2743200" cy="36576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Badr University in Cairo — Faculty of Business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703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Information Systems Department  •  Academic Year 2025–2026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" cy="77724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411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051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38988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urban reporting is broken in Egypt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965960"/>
            <a:ext cx="411480" cy="77724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965960"/>
            <a:ext cx="411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20116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— FixCity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23500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and how it works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2926080"/>
            <a:ext cx="411480" cy="77724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2926080"/>
            <a:ext cx="411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29718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331012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· Supabase · Google Gemini AI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88620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3886200"/>
            <a:ext cx="411480" cy="77724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3886200"/>
            <a:ext cx="411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" y="39319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" y="42702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Citizen, Admin &amp; Governor portals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100584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54880" y="1005840"/>
            <a:ext cx="411480" cy="77724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54880" y="1005840"/>
            <a:ext cx="411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57800" y="1051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SDG Alignment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57800" y="138988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SDGs 3, 6, 9 and 11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196596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54880" y="1965960"/>
            <a:ext cx="411480" cy="77724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54880" y="1965960"/>
            <a:ext cx="411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257800" y="20116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57800" y="23500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Canvas, costs, revenue streams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292608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754880" y="2926080"/>
            <a:ext cx="411480" cy="77724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54880" y="2926080"/>
            <a:ext cx="411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257800" y="29718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Results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257800" y="331012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UAT, performance, security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388620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754880" y="3886200"/>
            <a:ext cx="411480" cy="77724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754880" y="3886200"/>
            <a:ext cx="411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257800" y="39319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257800" y="42702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and next steps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560320" cy="1828800"/>
          </a:xfrm>
          <a:prstGeom prst="rect">
            <a:avLst/>
          </a:prstGeom>
          <a:solidFill>
            <a:srgbClr val="0B1F3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65760" y="20574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urban problems go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unreported — too hard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reach authorities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005840"/>
            <a:ext cx="54864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83280" y="1005840"/>
            <a:ext cx="640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🏛️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114800" y="111556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Inaccessible Channels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0" y="1481328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visits, phone calls &amp; personal connections are the only way to report issues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2286000"/>
            <a:ext cx="54864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83280" y="2286000"/>
            <a:ext cx="640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114800" y="239572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Chaos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0" y="2761488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standardization — reports arrive with no location, photo, or category data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0" y="3566160"/>
            <a:ext cx="54864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83280" y="3566160"/>
            <a:ext cx="640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🔇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114800" y="367588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Transparency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0" y="4041648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never hear back — eroding trust between the public and the municipality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Project research survey (n=167 respondents, Egyptian urban residents)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— FixCity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native Android mobile app that transforms chaotic citizen complaints into structured,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data for municipal decision-makers — in under 3 minutes per report.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737360"/>
            <a:ext cx="4114800" cy="91440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640080" cy="91440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18288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Reporting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19456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classifies problem type automatically from the description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737360"/>
            <a:ext cx="4114800" cy="91440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1737360"/>
            <a:ext cx="640080" cy="91440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0" y="173736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📍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86400" y="18288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+ Photo Evidence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0" y="219456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Geo-tagged reports with camera/gallery photo attachment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788920"/>
            <a:ext cx="4114800" cy="91440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2788920"/>
            <a:ext cx="640080" cy="91440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278892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🏙️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97280" y="288036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Routing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24612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automatically routed to the correct district governor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788920"/>
            <a:ext cx="4114800" cy="91440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54880" y="2788920"/>
            <a:ext cx="640080" cy="91440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54880" y="278892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486400" y="288036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Tracking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0" y="324612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track status (Pending → In Progress → Resolved) with their code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840480"/>
            <a:ext cx="4114800" cy="91440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65760" y="3840480"/>
            <a:ext cx="640080" cy="91440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5760" y="384048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👮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097280" y="393192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97280" y="429768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staff manage all reports with live filters and status updates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840480"/>
            <a:ext cx="4114800" cy="91440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54880" y="3840480"/>
            <a:ext cx="640080" cy="91440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54880" y="384048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🏛️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486400" y="393192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Governor Portal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86400" y="429768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governors upload fix photos and close resolved issues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1463040" cy="868680"/>
          </a:xfrm>
          <a:prstGeom prst="rect">
            <a:avLst/>
          </a:prstGeom>
          <a:solidFill>
            <a:srgbClr val="1A56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Layer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920240" y="1033272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(Dart) · Android APK · Material Design 3 · RTL/LTR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20240" y="1399032"/>
            <a:ext cx="6675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Android app with bilingual Arabic/English support and role-based routing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965960"/>
            <a:ext cx="1463040" cy="8686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96596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20240" y="2039112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2.0 Flash API · Keyword Fallback Classifier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20240" y="2404872"/>
            <a:ext cx="6675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Dual-mode AI classification — cloud AI with offline keyword fallback for reliability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97180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2971800"/>
            <a:ext cx="1463040" cy="86868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297180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Layer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920240" y="3044952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· PostgreSQL · Row Level Security · Realtime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920240" y="3410712"/>
            <a:ext cx="6675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Zero-infrastructure BaaS — auth, database, storage, and real-time streaming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97764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3977640"/>
            <a:ext cx="1463040" cy="8686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397764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Layer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920240" y="4050792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CartoDB Tiles · flutter_map · GPS (Geolocator package)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920240" y="4416552"/>
            <a:ext cx="6675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Unrestricted open-source map tiles with precise GPS location capture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with UN Sustainable Development Goals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114800" cy="502920"/>
          </a:xfrm>
          <a:prstGeom prst="rect">
            <a:avLst/>
          </a:prstGeom>
          <a:solidFill>
            <a:srgbClr val="4C9F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96012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96012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3 — Good Health &amp; Well-being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accelerating reporting of environmental hazards — garbage, stagnant water, open sewage — FixCity reduces public health risks and contributes to cleaner, safer urban conditions.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4114800" cy="502920"/>
          </a:xfrm>
          <a:prstGeom prst="rect">
            <a:avLst/>
          </a:prstGeom>
          <a:solidFill>
            <a:srgbClr val="26BD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09160" y="96012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💧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57800" y="96012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6 — Clean Water &amp; Sanitation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55448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water and sewage problem categories enable citizens to report pipe leaks and drainage failures instantly, enabling faster municipal response to conserve water resources.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97180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" y="2971800"/>
            <a:ext cx="4114800" cy="502920"/>
          </a:xfrm>
          <a:prstGeom prst="rect">
            <a:avLst/>
          </a:prstGeom>
          <a:solidFill>
            <a:srgbClr val="F36D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29718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8680" y="297180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9 — Industry, Innovation &amp; Infrastructure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56616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FixCity applies digital innovation to modernize legacy infrastructure management — replacing reactive paper-based workflows with a proactive, data-driven platform.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297180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09160" y="2971800"/>
            <a:ext cx="4114800" cy="502920"/>
          </a:xfrm>
          <a:prstGeom prst="rect">
            <a:avLst/>
          </a:prstGeom>
          <a:solidFill>
            <a:srgbClr val="F99D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09160" y="29718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🏙️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257800" y="297180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11 — Sustainable Cities &amp; Communities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356616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overarching goal. FixCity empowers citizens to actively participate in maintaining their environment, fostering safer, more inclusive, and resilient urban communities.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3-Role Workflow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651760" cy="388620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651760" cy="594360"/>
          </a:xfrm>
          <a:prstGeom prst="rect">
            <a:avLst/>
          </a:prstGeom>
          <a:solidFill>
            <a:srgbClr val="1A56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9601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Citizen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237744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Select problem category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AI suggests category automatically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Attach GPS location + photo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Submit → receive unique report code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Track status anytime with code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960120"/>
            <a:ext cx="2651760" cy="388620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46120" y="960120"/>
            <a:ext cx="2651760" cy="59436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46120" y="9601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👮 Admin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83280" y="1691640"/>
            <a:ext cx="237744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View all reports in dashboard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Filter by status (Pending/Active/Resolved)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Update status and add notes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Auto-routed back to dashboard after save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Monitor district breakdown live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960120"/>
            <a:ext cx="2651760" cy="388620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72200" y="960120"/>
            <a:ext cx="2651760" cy="5943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72200" y="9601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Governor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1691640"/>
            <a:ext cx="237744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Log in to district portal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See only their district's reports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View before-photo + GPS location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Upload after-fix photo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Mark as Resolved → citizen notified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26080" y="25603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56677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852160" y="25603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56677"/>
                </a:solidFill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286000" cy="2011680"/>
          </a:xfrm>
          <a:prstGeom prst="rect">
            <a:avLst/>
          </a:prstGeom>
          <a:solidFill>
            <a:srgbClr val="0B1F3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$350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startup cost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(cloud + dev + marketing)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2606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$120/mo operational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960120"/>
            <a:ext cx="58521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71800" y="960120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💼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20440" y="987552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Licensing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20440" y="1197864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$100–$500/month per municipality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0" y="10332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26080" y="1472184"/>
            <a:ext cx="58521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971800" y="1472184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🔧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20440" y="1499616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Services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20440" y="1709928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$1,000–$3,000 one-time setup fee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0" y="15453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26080" y="1984248"/>
            <a:ext cx="58521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971800" y="1984248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520440" y="201168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Training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520440" y="222199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$50–$200 per participant workshop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83680" y="2057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926080" y="2496312"/>
            <a:ext cx="58521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971800" y="2496312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🏆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520440" y="2523744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Funding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520440" y="2734056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 tech and digital gov programs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83680" y="256946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108960"/>
            <a:ext cx="841248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4864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KPIs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22960" y="3611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822960" y="40965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Partners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926080" y="3611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2926080" y="40965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Citizens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0" y="3611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5029200" y="40965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Resolution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132320" y="3611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80%+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7132320" y="40965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Satisfaction</a:t>
            </a:r>
            <a:endParaRPr lang="en-US" sz="10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8FBA7293-A1CF-04CB-F8BD-4F469AF6FE1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09535"/>
            <a:ext cx="9144000" cy="47245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Results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920240" cy="1188720"/>
          </a:xfrm>
          <a:prstGeom prst="rect">
            <a:avLst/>
          </a:prstGeom>
          <a:solidFill>
            <a:srgbClr val="0B1F3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20040" y="157276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8745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960120"/>
            <a:ext cx="1920240" cy="1188720"/>
          </a:xfrm>
          <a:prstGeom prst="rect">
            <a:avLst/>
          </a:prstGeom>
          <a:solidFill>
            <a:srgbClr val="0B1F3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68880" y="10058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468880" y="157276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68880" y="18745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17720" y="960120"/>
            <a:ext cx="1920240" cy="1188720"/>
          </a:xfrm>
          <a:prstGeom prst="rect">
            <a:avLst/>
          </a:prstGeom>
          <a:solidFill>
            <a:srgbClr val="0B1F3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17720" y="10058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617720" y="157276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Participants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17720" y="18745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demographics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66560" y="960120"/>
            <a:ext cx="1920240" cy="1188720"/>
          </a:xfrm>
          <a:prstGeom prst="rect">
            <a:avLst/>
          </a:prstGeom>
          <a:solidFill>
            <a:srgbClr val="0B1F3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766560" y="10058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766560" y="157276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Devices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66560" y="18745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9–14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Benchmarks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743200"/>
          <a:ext cx="8412480" cy="201168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Cold App Launch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3 sec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 sec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Submission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 sec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 sec avg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AI Classification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8 sec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 sec avg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Tracking Query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2 sec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 sec avg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005840"/>
          </a:xfrm>
          <a:prstGeom prst="rect">
            <a:avLst/>
          </a:prstGeom>
          <a:solidFill>
            <a:srgbClr val="132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"FixCity proves that meaningful digital transformation in public services does not require massive budgets — just the right tools, applied thoughtfully."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Full-stack Android app deployed on physical devices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48716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Google Gemini AI integration with offline fallback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87121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3-role system: Citizen · Admin · Governor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25526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Accepted: Gemini for Graduation Projects — Cohort III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63931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Bilingual Arabic / English with RTL support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2011680"/>
            <a:ext cx="4069080" cy="278892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92040" y="2103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92040" y="2560320"/>
            <a:ext cx="777240" cy="32004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92040" y="256032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742432" y="25603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· Offline mode · AI photo analysis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92040" y="3246120"/>
            <a:ext cx="777240" cy="32004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92040" y="324612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42432" y="32461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Multi-municipality · ERP integration · iOS support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92040" y="3931920"/>
            <a:ext cx="777240" cy="32004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92040" y="393192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42432" y="3931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with an Egyptian municipality within 12 months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749040" y="548640"/>
            <a:ext cx="1645920" cy="1645920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749040" y="54864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📍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r>
              <a:rPr lang="en-US" sz="5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github.com/moatazahmedshaker/Fixcity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Badr University in Cairo  •  Business Information Systems  •  2025–2026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937</Words>
  <Application>Microsoft Office PowerPoint</Application>
  <PresentationFormat>On-screen Show (16:9)</PresentationFormat>
  <Paragraphs>207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FixCity — Digital Platform for Urban Problem Reporting</dc:title>
  <dc:subject>PptxGenJS Presentation</dc:subject>
  <dc:creator>PptxGenJS</dc:creator>
  <cp:lastModifiedBy>Ahmed Wael</cp:lastModifiedBy>
  <cp:revision>3</cp:revision>
  <dcterms:created xsi:type="dcterms:W3CDTF">2026-05-03T10:15:10Z</dcterms:created>
  <dcterms:modified xsi:type="dcterms:W3CDTF">2026-05-03T12:28:57Z</dcterms:modified>
</cp:coreProperties>
</file>