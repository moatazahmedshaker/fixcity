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11906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FixCity Egypt</a:t>
            </a:r>
            <a:endParaRPr lang="en-US" sz="8900" dirty="0"/>
          </a:p>
        </p:txBody>
      </p:sp>
      <p:sp>
        <p:nvSpPr>
          <p:cNvPr id="3" name="Text 1"/>
          <p:cNvSpPr/>
          <p:nvPr/>
        </p:nvSpPr>
        <p:spPr>
          <a:xfrm>
            <a:off x="793790" y="3669744"/>
            <a:ext cx="104841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Public Issue Reporting Platform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471868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Badr University in Cairo – School of Business &amp; Economics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33673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Major: Business Information Systems (BIS)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9547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Year Project – 2025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3689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78583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FixCity Egypt is a digital platform that allows citizens to report public issues directly to government authorities.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76678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enhances communication, improves city management, and supports Egypt's digital transformation vision 2030.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3689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78583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Egypt, many public problems like broken lights, damaged roads, and waste buildup go unreported.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76678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communication channels are slow, manual, and inefficient, causing delays and reducing citizen trust.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509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Goals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97505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Unified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622358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unified web platform for submitting and tracking public issues.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897505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62982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Automatic Routing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62982" y="3622358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send each report to the responsible ministry or authority.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809411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224" y="50438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Tracking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8224" y="5534263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 citizens to track report status in real-time.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809411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62982" y="5043845"/>
            <a:ext cx="31211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Transparency &amp; Speed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62982" y="5534263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transparency and faster government response.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 Features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96835" y="892969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5334" y="931902"/>
            <a:ext cx="236958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Simple and user-friendly interface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96835" y="1374934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5334" y="1413867"/>
            <a:ext cx="2977991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Upload photo and location with each report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96835" y="1856899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5334" y="1895832"/>
            <a:ext cx="387953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 for authorities to manage and update reports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6835" y="2338864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5334" y="2377797"/>
            <a:ext cx="2792016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Email notifications when status changes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6835" y="2820829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5334" y="2859762"/>
            <a:ext cx="321290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Analytics dashboard for data-driven decisions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6835" y="3305532"/>
            <a:ext cx="212252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endParaRPr lang="en-US" sz="8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8027" y="3331012"/>
            <a:ext cx="9073039" cy="60462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034064"/>
            <a:ext cx="6244709" cy="4161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99521" y="3122533"/>
            <a:ext cx="5786080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Analytics Dashboard</a:t>
            </a:r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Footage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99521" y="476690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8983"/>
            <a:ext cx="58779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Tools &amp; Technologies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47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24588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HTML, CSS, JavaScript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26647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324588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(Flask)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2948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487596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2948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Email Service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487596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SendGrid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57831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3790" y="64775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Figma / Canva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Workflow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Citizen Submission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Citizen submits an issue through the web form.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35480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Automatic Categorization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categorizes the report automatically.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Report Routing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is routed to the correct authority by type and location.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Authority Update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authority updates the status after review.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Citizen Notification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Citizen receives an automatic email notification.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5127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 Mockups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713678"/>
            <a:ext cx="4196358" cy="868918"/>
          </a:xfrm>
          <a:prstGeom prst="roundRect">
            <a:avLst>
              <a:gd name="adj" fmla="val 1096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9709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Homepage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216962" y="3713678"/>
            <a:ext cx="4196358" cy="868918"/>
          </a:xfrm>
          <a:prstGeom prst="roundRect">
            <a:avLst>
              <a:gd name="adj" fmla="val 1096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74256" y="39709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Report Form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640133" y="3713678"/>
            <a:ext cx="4196358" cy="868918"/>
          </a:xfrm>
          <a:prstGeom prst="roundRect">
            <a:avLst>
              <a:gd name="adj" fmla="val 1096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97427" y="3970973"/>
            <a:ext cx="28948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Authority Dashboard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93790" y="4809411"/>
            <a:ext cx="6407944" cy="868918"/>
          </a:xfrm>
          <a:prstGeom prst="roundRect">
            <a:avLst>
              <a:gd name="adj" fmla="val 1096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084" y="5066705"/>
            <a:ext cx="28919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Analytics Dashboard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428548" y="4809411"/>
            <a:ext cx="6407944" cy="868918"/>
          </a:xfrm>
          <a:prstGeom prst="roundRect">
            <a:avLst>
              <a:gd name="adj" fmla="val 1096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5842" y="5066705"/>
            <a:ext cx="32025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Email Notification Page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675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Similar Projects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291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 similar local platforms exist but focus on limited regions.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44721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FixCity Egypt is different — it integrates all regions and all authorities, automating communication and analysis for national scalability.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549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Existing Platforms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23613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regional coverage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67832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processes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12052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Fragmented authorities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6549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FixCity Egypt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523613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National integration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67832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workflows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612052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system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8816"/>
            <a:ext cx="71744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 &amp; Future Work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0775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FixCity Egypt bridges the gap between citizens and government.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62581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helps create cleaner, safer, and smarter cities in Egypt.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28874"/>
            <a:ext cx="31181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Enhancements: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0233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a mobile app version.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46556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AI-based issue detection.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90776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with national data systems.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2025-10-19T13:23:25Z</dcterms:created>
  <dcterms:modified xsi:type="dcterms:W3CDTF">2025-10-19T13:23:25Z</dcterms:modified>
</cp:coreProperties>
</file>